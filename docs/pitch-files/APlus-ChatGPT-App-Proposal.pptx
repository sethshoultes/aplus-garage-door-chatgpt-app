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1872" y="1047750"/>
            <a:ext cx="2520107" cy="419100"/>
          </a:xfrm>
          <a:prstGeom prst="roundRect">
            <a:avLst>
              <a:gd name="adj" fmla="val 45455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80981" y="1123950"/>
            <a:ext cx="21818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PROPOSAL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59218" y="1847850"/>
            <a:ext cx="482541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1200"/>
              </a:spcAft>
              <a:buNone/>
            </a:pPr>
            <a:r>
              <a:rPr lang="en-US" sz="3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Garage Door Business</a:t>
            </a:r>
            <a:endParaRPr lang="en-US" sz="3150" dirty="0"/>
          </a:p>
          <a:p>
            <a:pPr algn="ctr" indent="0" marL="0">
              <a:lnSpc>
                <a:spcPts val="3150"/>
              </a:lnSpc>
              <a:spcAft>
                <a:spcPts val="1200"/>
              </a:spcAft>
              <a:buNone/>
            </a:pPr>
            <a:r>
              <a:rPr lang="en-US" sz="3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ChatGPT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511859" y="2952750"/>
            <a:ext cx="41202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500" dirty="0">
                <a:solidFill>
                  <a:srgbClr val="A8C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800+ Million Users with a Custom AI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58145" y="375285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5BC0EB"/>
          </a:solidFill>
          <a:ln w="28575">
            <a:solidFill>
              <a:srgbClr val="1B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04235" y="3891855"/>
            <a:ext cx="2793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B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963007" y="3832027"/>
            <a:ext cx="19418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 Garage Doors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63007" y="4071938"/>
            <a:ext cx="19418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 • Utah • Multiple Locations</a:t>
            </a:r>
            <a:endParaRPr lang="en-US" sz="975" dirty="0"/>
          </a:p>
        </p:txBody>
      </p:sp>
      <p:pic>
        <p:nvPicPr>
          <p:cNvPr id="11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657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624905"/>
            <a:ext cx="36724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5BC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800M+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81000" y="2767905"/>
            <a:ext cx="367245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600"/>
              </a:spcBef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use ChatGPT every week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3366046"/>
            <a:ext cx="36724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just opened their App Store—businesses can now build apps that live inside ChatGPT conversations.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62450" y="1326059"/>
            <a:ext cx="4400550" cy="811411"/>
          </a:xfrm>
          <a:prstGeom prst="roundRect">
            <a:avLst>
              <a:gd name="adj" fmla="val 14087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81500" y="1326059"/>
            <a:ext cx="0" cy="811411"/>
          </a:xfrm>
          <a:prstGeom prst="line">
            <a:avLst/>
          </a:prstGeom>
          <a:noFill/>
          <a:ln w="38100">
            <a:solidFill>
              <a:srgbClr val="5BC0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1050" y="1516559"/>
            <a:ext cx="40610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Someone asks ChatGPT about garage door problems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591050" y="1773734"/>
            <a:ext cx="406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garage door won't close" • "I need emergency repair"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362450" y="2289870"/>
            <a:ext cx="4400550" cy="811411"/>
          </a:xfrm>
          <a:prstGeom prst="roundRect">
            <a:avLst>
              <a:gd name="adj" fmla="val 14087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81500" y="2289870"/>
            <a:ext cx="0" cy="811411"/>
          </a:xfrm>
          <a:prstGeom prst="line">
            <a:avLst/>
          </a:prstGeom>
          <a:noFill/>
          <a:ln w="38100">
            <a:solidFill>
              <a:srgbClr val="5BC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1050" y="2480370"/>
            <a:ext cx="40610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ChatGPT suggests YOUR app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591050" y="2737545"/>
            <a:ext cx="406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 help! Let me check A Plus Garage Door's availability..."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62450" y="3253680"/>
            <a:ext cx="4400550" cy="811411"/>
          </a:xfrm>
          <a:prstGeom prst="roundRect">
            <a:avLst>
              <a:gd name="adj" fmla="val 14087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81500" y="3253680"/>
            <a:ext cx="0" cy="811411"/>
          </a:xfrm>
          <a:prstGeom prst="line">
            <a:avLst/>
          </a:prstGeom>
          <a:noFill/>
          <a:ln w="38100">
            <a:solidFill>
              <a:srgbClr val="5BC0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1050" y="3444180"/>
            <a:ext cx="40610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Customer books service instantly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591050" y="3701355"/>
            <a:ext cx="406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phone tag • No forms • Just conversation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OpenAI announcement, December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Feels for Your Customer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1214438"/>
            <a:ext cx="8001000" cy="2933700"/>
          </a:xfrm>
          <a:prstGeom prst="roundRect">
            <a:avLst>
              <a:gd name="adj" fmla="val 5195"/>
            </a:avLst>
          </a:prstGeom>
          <a:solidFill>
            <a:srgbClr val="1B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0" y="1404938"/>
            <a:ext cx="5334000" cy="762000"/>
          </a:xfrm>
          <a:prstGeom prst="roundRect">
            <a:avLst>
              <a:gd name="adj" fmla="val 20000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00400" y="1519238"/>
            <a:ext cx="51297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garage door won't close and I'm in Salt Lake City. Can someone come tonight?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319338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10A3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9391" y="2359372"/>
            <a:ext cx="114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3950" y="2319338"/>
            <a:ext cx="7258050" cy="762000"/>
          </a:xfrm>
          <a:prstGeom prst="roundRect">
            <a:avLst>
              <a:gd name="adj" fmla="val 5000"/>
            </a:avLst>
          </a:prstGeom>
          <a:solidFill>
            <a:srgbClr val="3D4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76350" y="2433638"/>
            <a:ext cx="70923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news—Salt Lake City is in A+ Garage Doors' service area and they have 24/7 emergency service available right now.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3950" y="3233738"/>
            <a:ext cx="72580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76350" y="3386138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75023" y="3475732"/>
            <a:ext cx="2260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A+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47850" y="3403253"/>
            <a:ext cx="43615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Salt Lake City Service Area Confirmed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47850" y="3627983"/>
            <a:ext cx="43615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emergency • $75 off spring repairs tonight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76231" y="3386138"/>
            <a:ext cx="885527" cy="419100"/>
          </a:xfrm>
          <a:prstGeom prst="roundRect">
            <a:avLst>
              <a:gd name="adj" fmla="val 13636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9581" y="3462338"/>
            <a:ext cx="631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Call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37958" y="3386138"/>
            <a:ext cx="991642" cy="419100"/>
          </a:xfrm>
          <a:prstGeom prst="roundRect">
            <a:avLst>
              <a:gd name="adj" fmla="val 13636"/>
            </a:avLst>
          </a:prstGeom>
          <a:solidFill>
            <a:srgbClr val="1B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71308" y="3462338"/>
            <a:ext cx="739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Book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490" y="4338638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5BC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From problem to booked appointment in under 60 seconds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App Does</a:t>
            </a:r>
            <a:endParaRPr lang="en-US" sz="2700" dirty="0"/>
          </a:p>
        </p:txBody>
      </p:sp>
      <p:pic>
        <p:nvPicPr>
          <p:cNvPr id="3" name="Image 0" descr="/tmp/rasterized-gradient-ca0abb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14400"/>
            <a:ext cx="264155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125" y="11525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19125" y="1762125"/>
            <a:ext cx="2208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BC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9125" y="1998315"/>
            <a:ext cx="2208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 Questions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9125" y="2379315"/>
            <a:ext cx="220860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areas • Availability • Current promotions • Issue diagnosis • Pricing estimates</a:t>
            </a:r>
            <a:endParaRPr lang="en-US" sz="975" dirty="0"/>
          </a:p>
        </p:txBody>
      </p:sp>
      <p:pic>
        <p:nvPicPr>
          <p:cNvPr id="8" name="Image 1" descr="/tmp/rasterized-gradient-2357b9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50" y="914400"/>
            <a:ext cx="264155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89275" y="11525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489275" y="1762125"/>
            <a:ext cx="2208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BC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489275" y="1998315"/>
            <a:ext cx="2208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Takes Action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89275" y="2379315"/>
            <a:ext cx="220860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appointments • Schedule callbacks • Apply discounts • Click-to-call • Emergency dispatch</a:t>
            </a:r>
            <a:endParaRPr lang="en-US" sz="975" dirty="0"/>
          </a:p>
        </p:txBody>
      </p:sp>
      <p:pic>
        <p:nvPicPr>
          <p:cNvPr id="13" name="Image 2" descr="/tmp/rasterized-gradient-c5324a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301" y="914400"/>
            <a:ext cx="2641550" cy="3200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9426" y="11525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359426" y="1762125"/>
            <a:ext cx="2208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BC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359426" y="1998315"/>
            <a:ext cx="2208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Displays Visually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359426" y="2379315"/>
            <a:ext cx="220860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cards • Door style galleries • Service area maps • Appointment details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381000" y="4419600"/>
            <a:ext cx="8382000" cy="495300"/>
          </a:xfrm>
          <a:prstGeom prst="roundRect">
            <a:avLst>
              <a:gd name="adj" fmla="val 19231"/>
            </a:avLst>
          </a:prstGeom>
          <a:solidFill>
            <a:srgbClr val="1B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923627" y="4573935"/>
            <a:ext cx="56749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directly to ServiceTitan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appointments flow into your existing scheduling system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440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Your Business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4095750" cy="1905000"/>
          </a:xfrm>
          <a:prstGeom prst="roundRect">
            <a:avLst>
              <a:gd name="adj" fmla="val 7000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0550" y="11239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19200" y="1123950"/>
            <a:ext cx="310896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Lead Channel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219200" y="1453455"/>
            <a:ext cx="31089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who ask ChatGPT about garage doors get connected to you—before they even search Google.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667250" y="914400"/>
            <a:ext cx="4095750" cy="1905000"/>
          </a:xfrm>
          <a:prstGeom prst="roundRect">
            <a:avLst>
              <a:gd name="adj" fmla="val 7000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800" y="11239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05450" y="1123950"/>
            <a:ext cx="310896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Always-On Booking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505450" y="1453455"/>
            <a:ext cx="310896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your 24/7 service. Customers can book emergency repairs at 2 AM without waiting for a callback.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009900"/>
            <a:ext cx="4095750" cy="1905000"/>
          </a:xfrm>
          <a:prstGeom prst="roundRect">
            <a:avLst>
              <a:gd name="adj" fmla="val 7000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0550" y="32194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19200" y="3219450"/>
            <a:ext cx="310896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Auto-Applied Deals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219200" y="3548955"/>
            <a:ext cx="31089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$75 spring special, $200 new door discount, and $49 tune-up automatically surface when relevant.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67250" y="3009900"/>
            <a:ext cx="4095750" cy="1905000"/>
          </a:xfrm>
          <a:prstGeom prst="roundRect">
            <a:avLst>
              <a:gd name="adj" fmla="val 7000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6800" y="32194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5BC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5450" y="3219450"/>
            <a:ext cx="3108960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Mover Advantage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5505450" y="3548955"/>
            <a:ext cx="31089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first garage door company in your markets on ChatGPT. Early apps get priority placement.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942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Plus is the Perfect Fit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00050" y="1565970"/>
            <a:ext cx="0" cy="784771"/>
          </a:xfrm>
          <a:prstGeom prst="line">
            <a:avLst/>
          </a:prstGeom>
          <a:noFill/>
          <a:ln w="38100">
            <a:solidFill>
              <a:srgbClr val="5BC0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565970"/>
            <a:ext cx="306235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5BC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19+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09600" y="2164110"/>
            <a:ext cx="30623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in Business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00050" y="2541240"/>
            <a:ext cx="0" cy="784771"/>
          </a:xfrm>
          <a:prstGeom prst="line">
            <a:avLst/>
          </a:prstGeom>
          <a:noFill/>
          <a:ln w="38100">
            <a:solidFill>
              <a:srgbClr val="5BC0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2541240"/>
            <a:ext cx="306235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5BC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25K+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609600" y="3139380"/>
            <a:ext cx="30623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Five-Star Reviews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0050" y="3516511"/>
            <a:ext cx="0" cy="784771"/>
          </a:xfrm>
          <a:prstGeom prst="line">
            <a:avLst/>
          </a:prstGeom>
          <a:noFill/>
          <a:ln w="38100">
            <a:solidFill>
              <a:srgbClr val="5BC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3516511"/>
            <a:ext cx="306235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5BC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09600" y="4114651"/>
            <a:ext cx="30623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Service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16710" y="1339304"/>
            <a:ext cx="49432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HAVE: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74778" y="1702147"/>
            <a:ext cx="33187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ServiceTitan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scheduling (app connects directly)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174778" y="2045047"/>
            <a:ext cx="28753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locations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Nevada and Utah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174778" y="2387947"/>
            <a:ext cx="32130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Vegas, Salt Lake City, St. George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more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174778" y="2730847"/>
            <a:ext cx="25676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promotions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ready to auto-apply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174778" y="3073747"/>
            <a:ext cx="31022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service menu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(repair, install, maintenance)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174778" y="3416647"/>
            <a:ext cx="22189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options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bigger jobs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916710" y="3869085"/>
            <a:ext cx="4846290" cy="659011"/>
          </a:xfrm>
          <a:prstGeom prst="roundRect">
            <a:avLst>
              <a:gd name="adj" fmla="val 14453"/>
            </a:avLst>
          </a:prstGeom>
          <a:solidFill>
            <a:srgbClr val="5BC0EB">
              <a:alpha val="15000"/>
            </a:srgbClr>
          </a:solidFill>
          <a:ln w="9525">
            <a:solidFill>
              <a:srgbClr val="5BC0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97685" y="4011960"/>
            <a:ext cx="457402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C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Everything an AI app needs is already in place—we just connect the pieces.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Build for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76300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BC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188690"/>
            <a:ext cx="4038600" cy="632371"/>
          </a:xfrm>
          <a:prstGeom prst="roundRect">
            <a:avLst>
              <a:gd name="adj" fmla="val 15062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5527" y="1322040"/>
            <a:ext cx="23456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Area Checker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85527" y="1527721"/>
            <a:ext cx="2345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confirms our service areas coverage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935361"/>
            <a:ext cx="4038600" cy="632371"/>
          </a:xfrm>
          <a:prstGeom prst="roundRect">
            <a:avLst>
              <a:gd name="adj" fmla="val 15062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5527" y="2068711"/>
            <a:ext cx="22614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Diagnosis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85527" y="2274391"/>
            <a:ext cx="22614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issues from customer descriptions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682032"/>
            <a:ext cx="4038600" cy="632371"/>
          </a:xfrm>
          <a:prstGeom prst="roundRect">
            <a:avLst>
              <a:gd name="adj" fmla="val 15062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5527" y="2815382"/>
            <a:ext cx="21708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ServiceTitan Booking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5527" y="3021062"/>
            <a:ext cx="21708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 flow to your existing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428702"/>
            <a:ext cx="4038600" cy="632371"/>
          </a:xfrm>
          <a:prstGeom prst="roundRect">
            <a:avLst>
              <a:gd name="adj" fmla="val 15062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5527" y="3562052"/>
            <a:ext cx="16202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Promotions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5527" y="3767733"/>
            <a:ext cx="16202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Auto-applies relevant discounts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24400" y="876300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BC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DISPLAYS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4400" y="1188690"/>
            <a:ext cx="4038600" cy="632371"/>
          </a:xfrm>
          <a:prstGeom prst="roundRect">
            <a:avLst>
              <a:gd name="adj" fmla="val 15062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28927" y="1322040"/>
            <a:ext cx="18406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Cards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28927" y="1527721"/>
            <a:ext cx="18406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appointment confirmations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4400" y="1935361"/>
            <a:ext cx="4038600" cy="632371"/>
          </a:xfrm>
          <a:prstGeom prst="roundRect">
            <a:avLst>
              <a:gd name="adj" fmla="val 15062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28927" y="2068711"/>
            <a:ext cx="19828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Style Gallery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28927" y="2274391"/>
            <a:ext cx="1982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steel, aluminum, glass options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4400" y="2682032"/>
            <a:ext cx="4038600" cy="632371"/>
          </a:xfrm>
          <a:prstGeom prst="roundRect">
            <a:avLst>
              <a:gd name="adj" fmla="val 15062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28927" y="2815382"/>
            <a:ext cx="18791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Flow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28927" y="3021062"/>
            <a:ext cx="18791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 booking for urgent repairs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24400" y="3428702"/>
            <a:ext cx="4038600" cy="632371"/>
          </a:xfrm>
          <a:prstGeom prst="roundRect">
            <a:avLst>
              <a:gd name="adj" fmla="val 15062"/>
            </a:avLst>
          </a:prstGeom>
          <a:solidFill>
            <a:srgbClr val="1B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28927" y="3562052"/>
            <a:ext cx="19941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App Store Submission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28927" y="3767733"/>
            <a:ext cx="19941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handle the entire approval process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7180" y="475491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changes to your website, phone system, or daily operations required.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4920" y="445889"/>
            <a:ext cx="31341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9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Get Started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971586" y="1131689"/>
            <a:ext cx="520082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first garage door company in Nevada and Utah on ChatGPT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1650" y="1905000"/>
            <a:ext cx="1714500" cy="1401961"/>
          </a:xfrm>
          <a:prstGeom prst="roundRect">
            <a:avLst>
              <a:gd name="adj" fmla="val 815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57450" y="209550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87677" y="2552700"/>
            <a:ext cx="12824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Call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87677" y="2796480"/>
            <a:ext cx="12824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your services &amp; promotions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14750" y="1905000"/>
            <a:ext cx="1714500" cy="1401961"/>
          </a:xfrm>
          <a:prstGeom prst="roundRect">
            <a:avLst>
              <a:gd name="adj" fmla="val 815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00550" y="209550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30777" y="2552700"/>
            <a:ext cx="12824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0777" y="2796480"/>
            <a:ext cx="12824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ServiceTitan &amp; deploy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57850" y="1905000"/>
            <a:ext cx="1714500" cy="1401961"/>
          </a:xfrm>
          <a:prstGeom prst="roundRect">
            <a:avLst>
              <a:gd name="adj" fmla="val 815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3650" y="209550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73877" y="2552700"/>
            <a:ext cx="12824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73877" y="2796480"/>
            <a:ext cx="12824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to 800M+ ChatGPT users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61890" y="3840361"/>
            <a:ext cx="4620220" cy="857250"/>
          </a:xfrm>
          <a:prstGeom prst="roundRect">
            <a:avLst>
              <a:gd name="adj" fmla="val 1333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66690" y="4030861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00001" y="4049911"/>
            <a:ext cx="34107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discuss?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001" y="4301282"/>
            <a:ext cx="34107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schedule a 30-minute call to review the opportunity.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A+ Garage Doors - ChatGPT App Proposal</dc:title>
  <dc:subject>ChatGPT App for A+ Garage Doors</dc:subject>
  <dc:creator>Project Proposal</dc:creator>
  <cp:lastModifiedBy>Project Proposal</cp:lastModifiedBy>
  <cp:revision>1</cp:revision>
  <dcterms:created xsi:type="dcterms:W3CDTF">2026-01-01T19:13:21Z</dcterms:created>
  <dcterms:modified xsi:type="dcterms:W3CDTF">2026-01-01T19:13:21Z</dcterms:modified>
</cp:coreProperties>
</file>